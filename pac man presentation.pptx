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rick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</p:embeddedFont>
    <p:embeddedFont>
      <p:font typeface="League Spartan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3.sv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.gif"/><Relationship Id="rId18" Type="http://schemas.openxmlformats.org/officeDocument/2006/relationships/image" Target="../media/image25.svg"/><Relationship Id="rId3" Type="http://schemas.openxmlformats.org/officeDocument/2006/relationships/image" Target="../media/image5.svg"/><Relationship Id="rId7" Type="http://schemas.openxmlformats.org/officeDocument/2006/relationships/image" Target="../media/image18.svg"/><Relationship Id="rId12" Type="http://schemas.openxmlformats.org/officeDocument/2006/relationships/image" Target="../media/image19.gif"/><Relationship Id="rId17" Type="http://schemas.openxmlformats.org/officeDocument/2006/relationships/image" Target="../media/image24.png"/><Relationship Id="rId2" Type="http://schemas.openxmlformats.org/officeDocument/2006/relationships/image" Target="../media/image4.pn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1.svg"/><Relationship Id="rId5" Type="http://schemas.openxmlformats.org/officeDocument/2006/relationships/image" Target="../media/image16.svg"/><Relationship Id="rId15" Type="http://schemas.openxmlformats.org/officeDocument/2006/relationships/image" Target="../media/image22.png"/><Relationship Id="rId10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9.svg"/><Relationship Id="rId14" Type="http://schemas.openxmlformats.org/officeDocument/2006/relationships/image" Target="../media/image21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7.svg"/><Relationship Id="rId7" Type="http://schemas.openxmlformats.org/officeDocument/2006/relationships/image" Target="../media/image29.svg"/><Relationship Id="rId12" Type="http://schemas.openxmlformats.org/officeDocument/2006/relationships/image" Target="../media/image30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9.svg"/><Relationship Id="rId12" Type="http://schemas.openxmlformats.org/officeDocument/2006/relationships/image" Target="../media/image31.jpe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8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3.svg"/><Relationship Id="rId10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6.svg"/><Relationship Id="rId12" Type="http://schemas.openxmlformats.org/officeDocument/2006/relationships/image" Target="../media/image37.jpe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5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11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2.png"/><Relationship Id="rId11" Type="http://schemas.openxmlformats.org/officeDocument/2006/relationships/image" Target="../media/image9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39.svg"/><Relationship Id="rId14" Type="http://schemas.openxmlformats.org/officeDocument/2006/relationships/image" Target="../media/image4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11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2.png"/><Relationship Id="rId11" Type="http://schemas.openxmlformats.org/officeDocument/2006/relationships/image" Target="../media/image9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39.svg"/><Relationship Id="rId14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canva.com/design/DAG6ZH2i8Ss/Q0aImcEljpYm25lA2PtuyA/edit?utm_content=DAG6ZH2i8Ss&amp;utm_campaign=designshare&amp;utm_medium=link2&amp;utm_source=sharebutton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25.svg"/><Relationship Id="rId12" Type="http://schemas.openxmlformats.org/officeDocument/2006/relationships/image" Target="../media/image42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1.svg"/><Relationship Id="rId5" Type="http://schemas.openxmlformats.org/officeDocument/2006/relationships/image" Target="../media/image23.svg"/><Relationship Id="rId10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4.gif"/><Relationship Id="rId5" Type="http://schemas.openxmlformats.org/officeDocument/2006/relationships/image" Target="../media/image9.svg"/><Relationship Id="rId10" Type="http://schemas.openxmlformats.org/officeDocument/2006/relationships/image" Target="../media/image43.gif"/><Relationship Id="rId4" Type="http://schemas.openxmlformats.org/officeDocument/2006/relationships/image" Target="../media/image8.pn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5482" b="15482"/>
          <a:stretch>
            <a:fillRect/>
          </a:stretch>
        </p:blipFill>
        <p:spPr>
          <a:xfrm>
            <a:off x="-523801" y="7053006"/>
            <a:ext cx="4684638" cy="323399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563777" y="2261297"/>
            <a:ext cx="14354252" cy="604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PACMAN </a:t>
            </a:r>
          </a:p>
          <a:p>
            <a:pPr algn="ctr">
              <a:lnSpc>
                <a:spcPts val="16641"/>
              </a:lnSpc>
            </a:pPr>
            <a:r>
              <a:rPr lang="en-US" sz="11886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game</a:t>
            </a:r>
          </a:p>
          <a:p>
            <a:pPr algn="ctr">
              <a:lnSpc>
                <a:spcPts val="13982"/>
              </a:lnSpc>
              <a:spcBef>
                <a:spcPct val="0"/>
              </a:spcBef>
            </a:pPr>
            <a:endParaRPr lang="en-US" sz="11886">
              <a:solidFill>
                <a:srgbClr val="FFFFFF"/>
              </a:solidFill>
              <a:latin typeface="Brick Sans"/>
              <a:ea typeface="Brick Sans"/>
              <a:cs typeface="Brick Sans"/>
              <a:sym typeface="Brick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7251014" y="6859479"/>
            <a:ext cx="3785972" cy="1617643"/>
          </a:xfrm>
          <a:custGeom>
            <a:avLst/>
            <a:gdLst/>
            <a:ahLst/>
            <a:cxnLst/>
            <a:rect l="l" t="t" r="r" b="b"/>
            <a:pathLst>
              <a:path w="3785972" h="1617643">
                <a:moveTo>
                  <a:pt x="0" y="0"/>
                </a:moveTo>
                <a:lnTo>
                  <a:pt x="3785972" y="0"/>
                </a:lnTo>
                <a:lnTo>
                  <a:pt x="3785972" y="1617643"/>
                </a:lnTo>
                <a:lnTo>
                  <a:pt x="0" y="1617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911551" y="7373529"/>
            <a:ext cx="1420544" cy="1869137"/>
          </a:xfrm>
          <a:custGeom>
            <a:avLst/>
            <a:gdLst/>
            <a:ahLst/>
            <a:cxnLst/>
            <a:rect l="l" t="t" r="r" b="b"/>
            <a:pathLst>
              <a:path w="1420544" h="1869137">
                <a:moveTo>
                  <a:pt x="0" y="0"/>
                </a:moveTo>
                <a:lnTo>
                  <a:pt x="1420544" y="0"/>
                </a:lnTo>
                <a:lnTo>
                  <a:pt x="1420544" y="1869137"/>
                </a:lnTo>
                <a:lnTo>
                  <a:pt x="0" y="18691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4955905" y="7373529"/>
            <a:ext cx="1420544" cy="1869137"/>
          </a:xfrm>
          <a:custGeom>
            <a:avLst/>
            <a:gdLst/>
            <a:ahLst/>
            <a:cxnLst/>
            <a:rect l="l" t="t" r="r" b="b"/>
            <a:pathLst>
              <a:path w="1420544" h="1869137">
                <a:moveTo>
                  <a:pt x="1420544" y="0"/>
                </a:moveTo>
                <a:lnTo>
                  <a:pt x="0" y="0"/>
                </a:lnTo>
                <a:lnTo>
                  <a:pt x="0" y="1869137"/>
                </a:lnTo>
                <a:lnTo>
                  <a:pt x="1420544" y="1869137"/>
                </a:lnTo>
                <a:lnTo>
                  <a:pt x="142054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523801" y="1810243"/>
            <a:ext cx="3439941" cy="838095"/>
          </a:xfrm>
          <a:custGeom>
            <a:avLst/>
            <a:gdLst/>
            <a:ahLst/>
            <a:cxnLst/>
            <a:rect l="l" t="t" r="r" b="b"/>
            <a:pathLst>
              <a:path w="3439941" h="838095">
                <a:moveTo>
                  <a:pt x="0" y="0"/>
                </a:moveTo>
                <a:lnTo>
                  <a:pt x="3439941" y="0"/>
                </a:lnTo>
                <a:lnTo>
                  <a:pt x="3439941" y="838095"/>
                </a:lnTo>
                <a:lnTo>
                  <a:pt x="0" y="8380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5371860" y="1810243"/>
            <a:ext cx="3439941" cy="838095"/>
          </a:xfrm>
          <a:custGeom>
            <a:avLst/>
            <a:gdLst/>
            <a:ahLst/>
            <a:cxnLst/>
            <a:rect l="l" t="t" r="r" b="b"/>
            <a:pathLst>
              <a:path w="3439941" h="838095">
                <a:moveTo>
                  <a:pt x="3439941" y="0"/>
                </a:moveTo>
                <a:lnTo>
                  <a:pt x="0" y="0"/>
                </a:lnTo>
                <a:lnTo>
                  <a:pt x="0" y="838095"/>
                </a:lnTo>
                <a:lnTo>
                  <a:pt x="3439941" y="838095"/>
                </a:lnTo>
                <a:lnTo>
                  <a:pt x="343994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629882" y="998488"/>
            <a:ext cx="9028236" cy="104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LET'S PLAY THE</a:t>
            </a:r>
          </a:p>
        </p:txBody>
      </p:sp>
      <p:sp>
        <p:nvSpPr>
          <p:cNvPr id="13" name="Freeform 13"/>
          <p:cNvSpPr/>
          <p:nvPr/>
        </p:nvSpPr>
        <p:spPr>
          <a:xfrm>
            <a:off x="3635899" y="495581"/>
            <a:ext cx="1468503" cy="664832"/>
          </a:xfrm>
          <a:custGeom>
            <a:avLst/>
            <a:gdLst/>
            <a:ahLst/>
            <a:cxnLst/>
            <a:rect l="l" t="t" r="r" b="b"/>
            <a:pathLst>
              <a:path w="1468503" h="664832">
                <a:moveTo>
                  <a:pt x="0" y="0"/>
                </a:moveTo>
                <a:lnTo>
                  <a:pt x="1468503" y="0"/>
                </a:lnTo>
                <a:lnTo>
                  <a:pt x="1468503" y="664832"/>
                </a:lnTo>
                <a:lnTo>
                  <a:pt x="0" y="6648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13183598" y="495581"/>
            <a:ext cx="1468503" cy="664832"/>
          </a:xfrm>
          <a:custGeom>
            <a:avLst/>
            <a:gdLst/>
            <a:ahLst/>
            <a:cxnLst/>
            <a:rect l="l" t="t" r="r" b="b"/>
            <a:pathLst>
              <a:path w="1468503" h="664832">
                <a:moveTo>
                  <a:pt x="1468503" y="0"/>
                </a:moveTo>
                <a:lnTo>
                  <a:pt x="0" y="0"/>
                </a:lnTo>
                <a:lnTo>
                  <a:pt x="0" y="664832"/>
                </a:lnTo>
                <a:lnTo>
                  <a:pt x="1468503" y="664832"/>
                </a:lnTo>
                <a:lnTo>
                  <a:pt x="1468503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787197" y="7343524"/>
            <a:ext cx="2770756" cy="775869"/>
            <a:chOff x="0" y="0"/>
            <a:chExt cx="2902644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02644" cy="812800"/>
            </a:xfrm>
            <a:custGeom>
              <a:avLst/>
              <a:gdLst/>
              <a:ahLst/>
              <a:cxnLst/>
              <a:rect l="l" t="t" r="r" b="b"/>
              <a:pathLst>
                <a:path w="2902644" h="812800">
                  <a:moveTo>
                    <a:pt x="279415" y="0"/>
                  </a:moveTo>
                  <a:lnTo>
                    <a:pt x="2623229" y="0"/>
                  </a:lnTo>
                  <a:cubicBezTo>
                    <a:pt x="2777546" y="0"/>
                    <a:pt x="2902644" y="125099"/>
                    <a:pt x="2902644" y="279415"/>
                  </a:cubicBezTo>
                  <a:lnTo>
                    <a:pt x="2902644" y="533385"/>
                  </a:lnTo>
                  <a:cubicBezTo>
                    <a:pt x="2902644" y="687701"/>
                    <a:pt x="2777546" y="812800"/>
                    <a:pt x="2623229" y="812800"/>
                  </a:cubicBezTo>
                  <a:lnTo>
                    <a:pt x="279415" y="812800"/>
                  </a:lnTo>
                  <a:cubicBezTo>
                    <a:pt x="125099" y="812800"/>
                    <a:pt x="0" y="687701"/>
                    <a:pt x="0" y="533385"/>
                  </a:cubicBezTo>
                  <a:lnTo>
                    <a:pt x="0" y="279415"/>
                  </a:lnTo>
                  <a:cubicBezTo>
                    <a:pt x="0" y="125099"/>
                    <a:pt x="125099" y="0"/>
                    <a:pt x="279415" y="0"/>
                  </a:cubicBezTo>
                  <a:close/>
                </a:path>
              </a:pathLst>
            </a:custGeom>
            <a:solidFill>
              <a:srgbClr val="EA3D8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902644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983241" y="7235213"/>
            <a:ext cx="2199007" cy="2023087"/>
          </a:xfrm>
          <a:custGeom>
            <a:avLst/>
            <a:gdLst/>
            <a:ahLst/>
            <a:cxnLst/>
            <a:rect l="l" t="t" r="r" b="b"/>
            <a:pathLst>
              <a:path w="2199007" h="2023087">
                <a:moveTo>
                  <a:pt x="0" y="0"/>
                </a:moveTo>
                <a:lnTo>
                  <a:pt x="2199008" y="0"/>
                </a:lnTo>
                <a:lnTo>
                  <a:pt x="2199008" y="2023087"/>
                </a:lnTo>
                <a:lnTo>
                  <a:pt x="0" y="2023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5316998" y="7235213"/>
            <a:ext cx="2199007" cy="2023087"/>
          </a:xfrm>
          <a:custGeom>
            <a:avLst/>
            <a:gdLst/>
            <a:ahLst/>
            <a:cxnLst/>
            <a:rect l="l" t="t" r="r" b="b"/>
            <a:pathLst>
              <a:path w="2199007" h="2023087">
                <a:moveTo>
                  <a:pt x="2199008" y="0"/>
                </a:moveTo>
                <a:lnTo>
                  <a:pt x="0" y="0"/>
                </a:lnTo>
                <a:lnTo>
                  <a:pt x="0" y="2023087"/>
                </a:lnTo>
                <a:lnTo>
                  <a:pt x="2199008" y="2023087"/>
                </a:lnTo>
                <a:lnTo>
                  <a:pt x="21990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07140" y="246567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80" y="0"/>
                </a:lnTo>
                <a:lnTo>
                  <a:pt x="2271680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5244327" y="0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2271679" y="0"/>
                </a:moveTo>
                <a:lnTo>
                  <a:pt x="0" y="0"/>
                </a:lnTo>
                <a:lnTo>
                  <a:pt x="0" y="553464"/>
                </a:lnTo>
                <a:lnTo>
                  <a:pt x="2271679" y="553464"/>
                </a:lnTo>
                <a:lnTo>
                  <a:pt x="22716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506543" y="523299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0" y="0"/>
                </a:moveTo>
                <a:lnTo>
                  <a:pt x="969775" y="0"/>
                </a:lnTo>
                <a:lnTo>
                  <a:pt x="969775" y="439044"/>
                </a:lnTo>
                <a:lnTo>
                  <a:pt x="0" y="439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>
            <a:off x="11811682" y="523299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969775" y="0"/>
                </a:moveTo>
                <a:lnTo>
                  <a:pt x="0" y="0"/>
                </a:lnTo>
                <a:lnTo>
                  <a:pt x="0" y="439044"/>
                </a:lnTo>
                <a:lnTo>
                  <a:pt x="969775" y="439044"/>
                </a:lnTo>
                <a:lnTo>
                  <a:pt x="96977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122965" y="1591043"/>
            <a:ext cx="9136335" cy="2789955"/>
          </a:xfrm>
          <a:custGeom>
            <a:avLst/>
            <a:gdLst/>
            <a:ahLst/>
            <a:cxnLst/>
            <a:rect l="l" t="t" r="r" b="b"/>
            <a:pathLst>
              <a:path w="9136335" h="2789955">
                <a:moveTo>
                  <a:pt x="0" y="0"/>
                </a:moveTo>
                <a:lnTo>
                  <a:pt x="9136335" y="0"/>
                </a:lnTo>
                <a:lnTo>
                  <a:pt x="9136335" y="2789955"/>
                </a:lnTo>
                <a:lnTo>
                  <a:pt x="0" y="2789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695" t="-14126" r="-6561" b="-114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611804" y="476181"/>
            <a:ext cx="7877490" cy="399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4"/>
              </a:lnSpc>
              <a:spcBef>
                <a:spcPct val="0"/>
              </a:spcBef>
            </a:pPr>
            <a:r>
              <a:rPr lang="en-US" sz="11217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ABOUT GAME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4193" y="4962073"/>
            <a:ext cx="15971813" cy="207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game is a small Pac-Man project. Pac-Man moves in a maze and collects dots. Two ghosts follow him using BFS and greedy search algorithms. The game shows the ghosts’ paths, the score, and ends when Pac-Man wins or loses.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30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58622" y="7593312"/>
            <a:ext cx="2770756" cy="24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More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015805" y="1239074"/>
            <a:ext cx="7765750" cy="8229600"/>
          </a:xfrm>
          <a:custGeom>
            <a:avLst/>
            <a:gdLst/>
            <a:ahLst/>
            <a:cxnLst/>
            <a:rect l="l" t="t" r="r" b="b"/>
            <a:pathLst>
              <a:path w="7765750" h="8229600">
                <a:moveTo>
                  <a:pt x="0" y="0"/>
                </a:moveTo>
                <a:lnTo>
                  <a:pt x="7765750" y="0"/>
                </a:lnTo>
                <a:lnTo>
                  <a:pt x="7765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30684" y="6979439"/>
            <a:ext cx="898016" cy="2245040"/>
          </a:xfrm>
          <a:custGeom>
            <a:avLst/>
            <a:gdLst/>
            <a:ahLst/>
            <a:cxnLst/>
            <a:rect l="l" t="t" r="r" b="b"/>
            <a:pathLst>
              <a:path w="898016" h="2245040">
                <a:moveTo>
                  <a:pt x="898016" y="0"/>
                </a:moveTo>
                <a:lnTo>
                  <a:pt x="0" y="0"/>
                </a:lnTo>
                <a:lnTo>
                  <a:pt x="0" y="2245040"/>
                </a:lnTo>
                <a:lnTo>
                  <a:pt x="898016" y="2245040"/>
                </a:lnTo>
                <a:lnTo>
                  <a:pt x="89801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005156" y="685611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3"/>
                </a:lnTo>
                <a:lnTo>
                  <a:pt x="0" y="553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929754" y="685611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0" y="0"/>
                </a:moveTo>
                <a:lnTo>
                  <a:pt x="969775" y="0"/>
                </a:lnTo>
                <a:lnTo>
                  <a:pt x="969775" y="439043"/>
                </a:lnTo>
                <a:lnTo>
                  <a:pt x="0" y="439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028704" y="1239074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-3901313" y="3815164"/>
            <a:ext cx="5792314" cy="386154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266523" y="6769792"/>
            <a:ext cx="3213418" cy="321341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3768651" y="8101959"/>
            <a:ext cx="1122520" cy="112252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859609" y="1761872"/>
            <a:ext cx="7423505" cy="205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3"/>
              </a:lnSpc>
              <a:spcBef>
                <a:spcPct val="0"/>
              </a:spcBef>
            </a:pPr>
            <a:r>
              <a:rPr lang="en-US" sz="57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HOW TO PLAY THIS GAME?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2589" y="4438072"/>
            <a:ext cx="6077165" cy="233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arrow keys to move Pac-Man.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Collect every dot.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Touching a ghost ends the game instantly.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768656" y="6979439"/>
            <a:ext cx="1232028" cy="2312681"/>
          </a:xfrm>
          <a:custGeom>
            <a:avLst/>
            <a:gdLst/>
            <a:ahLst/>
            <a:cxnLst/>
            <a:rect l="l" t="t" r="r" b="b"/>
            <a:pathLst>
              <a:path w="1232028" h="2312681">
                <a:moveTo>
                  <a:pt x="0" y="0"/>
                </a:moveTo>
                <a:lnTo>
                  <a:pt x="1232029" y="0"/>
                </a:lnTo>
                <a:lnTo>
                  <a:pt x="1232029" y="2312682"/>
                </a:lnTo>
                <a:lnTo>
                  <a:pt x="0" y="23126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325811" y="6611157"/>
            <a:ext cx="1442846" cy="2680963"/>
          </a:xfrm>
          <a:custGeom>
            <a:avLst/>
            <a:gdLst/>
            <a:ahLst/>
            <a:cxnLst/>
            <a:rect l="l" t="t" r="r" b="b"/>
            <a:pathLst>
              <a:path w="1442846" h="2680963">
                <a:moveTo>
                  <a:pt x="0" y="0"/>
                </a:moveTo>
                <a:lnTo>
                  <a:pt x="1442845" y="0"/>
                </a:lnTo>
                <a:lnTo>
                  <a:pt x="1442845" y="2680964"/>
                </a:lnTo>
                <a:lnTo>
                  <a:pt x="0" y="26809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flipH="1">
            <a:off x="16781555" y="7047080"/>
            <a:ext cx="898016" cy="2245040"/>
          </a:xfrm>
          <a:custGeom>
            <a:avLst/>
            <a:gdLst/>
            <a:ahLst/>
            <a:cxnLst/>
            <a:rect l="l" t="t" r="r" b="b"/>
            <a:pathLst>
              <a:path w="898016" h="2245040">
                <a:moveTo>
                  <a:pt x="898016" y="0"/>
                </a:moveTo>
                <a:lnTo>
                  <a:pt x="0" y="0"/>
                </a:lnTo>
                <a:lnTo>
                  <a:pt x="0" y="2245041"/>
                </a:lnTo>
                <a:lnTo>
                  <a:pt x="898016" y="2245041"/>
                </a:lnTo>
                <a:lnTo>
                  <a:pt x="89801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2295" y="4762903"/>
            <a:ext cx="3737400" cy="4725449"/>
          </a:xfrm>
          <a:custGeom>
            <a:avLst/>
            <a:gdLst/>
            <a:ahLst/>
            <a:cxnLst/>
            <a:rect l="l" t="t" r="r" b="b"/>
            <a:pathLst>
              <a:path w="3737400" h="4725449">
                <a:moveTo>
                  <a:pt x="0" y="0"/>
                </a:moveTo>
                <a:lnTo>
                  <a:pt x="3737400" y="0"/>
                </a:lnTo>
                <a:lnTo>
                  <a:pt x="3737400" y="4725448"/>
                </a:lnTo>
                <a:lnTo>
                  <a:pt x="0" y="472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67126" y="5790287"/>
            <a:ext cx="3813440" cy="3439030"/>
          </a:xfrm>
          <a:custGeom>
            <a:avLst/>
            <a:gdLst/>
            <a:ahLst/>
            <a:cxnLst/>
            <a:rect l="l" t="t" r="r" b="b"/>
            <a:pathLst>
              <a:path w="3813440" h="3439030">
                <a:moveTo>
                  <a:pt x="0" y="0"/>
                </a:moveTo>
                <a:lnTo>
                  <a:pt x="3813440" y="0"/>
                </a:lnTo>
                <a:lnTo>
                  <a:pt x="3813440" y="3439029"/>
                </a:lnTo>
                <a:lnTo>
                  <a:pt x="0" y="3439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90497" y="1913798"/>
            <a:ext cx="7753503" cy="17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3"/>
              </a:lnSpc>
              <a:spcBef>
                <a:spcPct val="0"/>
              </a:spcBef>
            </a:pPr>
            <a:r>
              <a:rPr lang="en-US" sz="48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AI SEARCH ALGORITHMS USED</a:t>
            </a:r>
          </a:p>
        </p:txBody>
      </p:sp>
      <p:sp>
        <p:nvSpPr>
          <p:cNvPr id="8" name="Freeform 8"/>
          <p:cNvSpPr/>
          <p:nvPr/>
        </p:nvSpPr>
        <p:spPr>
          <a:xfrm>
            <a:off x="6768359" y="2298472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3"/>
                </a:lnTo>
                <a:lnTo>
                  <a:pt x="0" y="553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743244" y="1586629"/>
            <a:ext cx="1927502" cy="872633"/>
          </a:xfrm>
          <a:custGeom>
            <a:avLst/>
            <a:gdLst/>
            <a:ahLst/>
            <a:cxnLst/>
            <a:rect l="l" t="t" r="r" b="b"/>
            <a:pathLst>
              <a:path w="1927502" h="872633">
                <a:moveTo>
                  <a:pt x="0" y="0"/>
                </a:moveTo>
                <a:lnTo>
                  <a:pt x="1927502" y="0"/>
                </a:lnTo>
                <a:lnTo>
                  <a:pt x="1927502" y="872632"/>
                </a:lnTo>
                <a:lnTo>
                  <a:pt x="0" y="872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145661" y="695111"/>
            <a:ext cx="1927502" cy="872633"/>
          </a:xfrm>
          <a:custGeom>
            <a:avLst/>
            <a:gdLst/>
            <a:ahLst/>
            <a:cxnLst/>
            <a:rect l="l" t="t" r="r" b="b"/>
            <a:pathLst>
              <a:path w="1927502" h="872633">
                <a:moveTo>
                  <a:pt x="0" y="0"/>
                </a:moveTo>
                <a:lnTo>
                  <a:pt x="1927502" y="0"/>
                </a:lnTo>
                <a:lnTo>
                  <a:pt x="1927502" y="872632"/>
                </a:lnTo>
                <a:lnTo>
                  <a:pt x="0" y="872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3752605" y="6080730"/>
            <a:ext cx="3152050" cy="340762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655298" y="4067567"/>
            <a:ext cx="8097307" cy="392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BFS (Breadth-First Search)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Guarantees shortest path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Explores evenly in all directions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Greedy Best-First Search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Chooses move with smallest Manhattan distance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Faster but not always optimal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67126" y="5790287"/>
            <a:ext cx="3813440" cy="3439030"/>
          </a:xfrm>
          <a:custGeom>
            <a:avLst/>
            <a:gdLst/>
            <a:ahLst/>
            <a:cxnLst/>
            <a:rect l="l" t="t" r="r" b="b"/>
            <a:pathLst>
              <a:path w="3813440" h="3439030">
                <a:moveTo>
                  <a:pt x="0" y="0"/>
                </a:moveTo>
                <a:lnTo>
                  <a:pt x="3813440" y="0"/>
                </a:lnTo>
                <a:lnTo>
                  <a:pt x="3813440" y="3439029"/>
                </a:lnTo>
                <a:lnTo>
                  <a:pt x="0" y="3439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872321" y="2459261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743244" y="1586629"/>
            <a:ext cx="1927502" cy="872633"/>
          </a:xfrm>
          <a:custGeom>
            <a:avLst/>
            <a:gdLst/>
            <a:ahLst/>
            <a:cxnLst/>
            <a:rect l="l" t="t" r="r" b="b"/>
            <a:pathLst>
              <a:path w="1927502" h="872633">
                <a:moveTo>
                  <a:pt x="0" y="0"/>
                </a:moveTo>
                <a:lnTo>
                  <a:pt x="1927502" y="0"/>
                </a:lnTo>
                <a:lnTo>
                  <a:pt x="1927502" y="872632"/>
                </a:lnTo>
                <a:lnTo>
                  <a:pt x="0" y="872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145661" y="695111"/>
            <a:ext cx="1927502" cy="872633"/>
          </a:xfrm>
          <a:custGeom>
            <a:avLst/>
            <a:gdLst/>
            <a:ahLst/>
            <a:cxnLst/>
            <a:rect l="l" t="t" r="r" b="b"/>
            <a:pathLst>
              <a:path w="1927502" h="872633">
                <a:moveTo>
                  <a:pt x="0" y="0"/>
                </a:moveTo>
                <a:lnTo>
                  <a:pt x="1927502" y="0"/>
                </a:lnTo>
                <a:lnTo>
                  <a:pt x="1927502" y="872632"/>
                </a:lnTo>
                <a:lnTo>
                  <a:pt x="0" y="872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/>
          <a:stretch>
            <a:fillRect/>
          </a:stretch>
        </p:blipFill>
        <p:spPr>
          <a:xfrm>
            <a:off x="1028700" y="2970227"/>
            <a:ext cx="5150673" cy="577710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86535" y="555547"/>
            <a:ext cx="7753503" cy="17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3"/>
              </a:lnSpc>
              <a:spcBef>
                <a:spcPct val="0"/>
              </a:spcBef>
            </a:pPr>
            <a:r>
              <a:rPr lang="en-US" sz="48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HOW GHOSTS PURSUE PAC-MAN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15987" y="3611130"/>
            <a:ext cx="9251140" cy="4277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1• Each ghost uses its own search algorithm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Ghost 1 calculates a full BFS path to Pac-Man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Ghost 2 chooses greedy steps with minimal distance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Algorithms update every few frames to simulate intelligence</a:t>
            </a:r>
          </a:p>
          <a:p>
            <a:pPr algn="l">
              <a:lnSpc>
                <a:spcPts val="3779"/>
              </a:lnSpc>
            </a:pPr>
            <a:endParaRPr lang="en-US" sz="27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427314" y="7875064"/>
            <a:ext cx="5357603" cy="1383236"/>
          </a:xfrm>
          <a:custGeom>
            <a:avLst/>
            <a:gdLst/>
            <a:ahLst/>
            <a:cxnLst/>
            <a:rect l="l" t="t" r="r" b="b"/>
            <a:pathLst>
              <a:path w="5357603" h="1383236">
                <a:moveTo>
                  <a:pt x="0" y="0"/>
                </a:moveTo>
                <a:lnTo>
                  <a:pt x="5357603" y="0"/>
                </a:lnTo>
                <a:lnTo>
                  <a:pt x="5357603" y="1383236"/>
                </a:lnTo>
                <a:lnTo>
                  <a:pt x="0" y="1383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690583"/>
            <a:ext cx="9025151" cy="200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13"/>
              </a:lnSpc>
              <a:spcBef>
                <a:spcPct val="0"/>
              </a:spcBef>
            </a:pPr>
            <a:r>
              <a:rPr lang="en-US" sz="55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REAL-TIME PATH VISUALIZATION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713351" y="1595124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805355" y="656935"/>
            <a:ext cx="1642337" cy="743531"/>
          </a:xfrm>
          <a:custGeom>
            <a:avLst/>
            <a:gdLst/>
            <a:ahLst/>
            <a:cxnLst/>
            <a:rect l="l" t="t" r="r" b="b"/>
            <a:pathLst>
              <a:path w="1642337" h="743531">
                <a:moveTo>
                  <a:pt x="0" y="0"/>
                </a:moveTo>
                <a:lnTo>
                  <a:pt x="1642337" y="0"/>
                </a:lnTo>
                <a:lnTo>
                  <a:pt x="1642337" y="743530"/>
                </a:lnTo>
                <a:lnTo>
                  <a:pt x="0" y="743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-821169" y="1028700"/>
            <a:ext cx="1642337" cy="743531"/>
          </a:xfrm>
          <a:custGeom>
            <a:avLst/>
            <a:gdLst/>
            <a:ahLst/>
            <a:cxnLst/>
            <a:rect l="l" t="t" r="r" b="b"/>
            <a:pathLst>
              <a:path w="1642337" h="743531">
                <a:moveTo>
                  <a:pt x="1642338" y="0"/>
                </a:moveTo>
                <a:lnTo>
                  <a:pt x="0" y="0"/>
                </a:lnTo>
                <a:lnTo>
                  <a:pt x="0" y="743531"/>
                </a:lnTo>
                <a:lnTo>
                  <a:pt x="1642338" y="743531"/>
                </a:lnTo>
                <a:lnTo>
                  <a:pt x="164233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49190" y="2501122"/>
            <a:ext cx="5643037" cy="6065561"/>
          </a:xfrm>
          <a:custGeom>
            <a:avLst/>
            <a:gdLst/>
            <a:ahLst/>
            <a:cxnLst/>
            <a:rect l="l" t="t" r="r" b="b"/>
            <a:pathLst>
              <a:path w="5643037" h="6065561">
                <a:moveTo>
                  <a:pt x="0" y="0"/>
                </a:moveTo>
                <a:lnTo>
                  <a:pt x="5643037" y="0"/>
                </a:lnTo>
                <a:lnTo>
                  <a:pt x="5643037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64480" y="3475793"/>
            <a:ext cx="8285218" cy="305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game displays each ghost’s computation visually: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BFS Path → Red line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Greedy Path → Green line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Visualization helps compare how each algorithm searches the maze.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306831" y="-379480"/>
            <a:ext cx="2063140" cy="5535254"/>
          </a:xfrm>
          <a:custGeom>
            <a:avLst/>
            <a:gdLst/>
            <a:ahLst/>
            <a:cxnLst/>
            <a:rect l="l" t="t" r="r" b="b"/>
            <a:pathLst>
              <a:path w="2063140" h="5535254">
                <a:moveTo>
                  <a:pt x="2063140" y="0"/>
                </a:moveTo>
                <a:lnTo>
                  <a:pt x="0" y="0"/>
                </a:lnTo>
                <a:lnTo>
                  <a:pt x="0" y="5535254"/>
                </a:lnTo>
                <a:lnTo>
                  <a:pt x="2063140" y="5535254"/>
                </a:lnTo>
                <a:lnTo>
                  <a:pt x="206314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040572" y="1353881"/>
            <a:ext cx="12206856" cy="103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COMPARATIVE ANALYSIS</a:t>
            </a:r>
          </a:p>
        </p:txBody>
      </p:sp>
      <p:sp>
        <p:nvSpPr>
          <p:cNvPr id="7" name="Freeform 7"/>
          <p:cNvSpPr/>
          <p:nvPr/>
        </p:nvSpPr>
        <p:spPr>
          <a:xfrm>
            <a:off x="2185757" y="962343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3"/>
                </a:lnTo>
                <a:lnTo>
                  <a:pt x="0" y="553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3646350" y="962343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2271679" y="0"/>
                </a:moveTo>
                <a:lnTo>
                  <a:pt x="0" y="0"/>
                </a:lnTo>
                <a:lnTo>
                  <a:pt x="0" y="553463"/>
                </a:lnTo>
                <a:lnTo>
                  <a:pt x="2271679" y="553463"/>
                </a:lnTo>
                <a:lnTo>
                  <a:pt x="227167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506543" y="523299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0" y="0"/>
                </a:moveTo>
                <a:lnTo>
                  <a:pt x="969775" y="0"/>
                </a:lnTo>
                <a:lnTo>
                  <a:pt x="969775" y="439044"/>
                </a:lnTo>
                <a:lnTo>
                  <a:pt x="0" y="4390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1811682" y="523299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969775" y="0"/>
                </a:moveTo>
                <a:lnTo>
                  <a:pt x="0" y="0"/>
                </a:lnTo>
                <a:lnTo>
                  <a:pt x="0" y="439044"/>
                </a:lnTo>
                <a:lnTo>
                  <a:pt x="969775" y="439044"/>
                </a:lnTo>
                <a:lnTo>
                  <a:pt x="96977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b="14188"/>
          <a:stretch>
            <a:fillRect/>
          </a:stretch>
        </p:blipFill>
        <p:spPr>
          <a:xfrm>
            <a:off x="8861368" y="3687198"/>
            <a:ext cx="8889624" cy="379891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803342" y="2780928"/>
            <a:ext cx="10502838" cy="584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BFS: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Always finds shortest path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More accurate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Slower (explores many nodes)</a:t>
            </a:r>
          </a:p>
          <a:p>
            <a:pPr algn="l">
              <a:lnSpc>
                <a:spcPts val="3359"/>
              </a:lnSpc>
            </a:pPr>
            <a:endParaRPr lang="en-US" sz="23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Greedy: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Faster decision-making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Fewer explored nodes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Not always the shortest path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Can get stuck near walls</a:t>
            </a:r>
          </a:p>
          <a:p>
            <a:pPr algn="l">
              <a:lnSpc>
                <a:spcPts val="3359"/>
              </a:lnSpc>
            </a:pPr>
            <a:endParaRPr lang="en-US" sz="23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BFS is more reliable, Greedy is faster but less accurate.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2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000360" y="4841641"/>
            <a:ext cx="4800716" cy="4416659"/>
          </a:xfrm>
          <a:custGeom>
            <a:avLst/>
            <a:gdLst/>
            <a:ahLst/>
            <a:cxnLst/>
            <a:rect l="l" t="t" r="r" b="b"/>
            <a:pathLst>
              <a:path w="4800716" h="4416659">
                <a:moveTo>
                  <a:pt x="0" y="0"/>
                </a:moveTo>
                <a:lnTo>
                  <a:pt x="4800716" y="0"/>
                </a:lnTo>
                <a:lnTo>
                  <a:pt x="4800716" y="4416659"/>
                </a:lnTo>
                <a:lnTo>
                  <a:pt x="0" y="4416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6541255" y="7585033"/>
            <a:ext cx="1436090" cy="1862853"/>
          </a:xfrm>
          <a:custGeom>
            <a:avLst/>
            <a:gdLst/>
            <a:ahLst/>
            <a:cxnLst/>
            <a:rect l="l" t="t" r="r" b="b"/>
            <a:pathLst>
              <a:path w="1436090" h="1862853">
                <a:moveTo>
                  <a:pt x="1436090" y="0"/>
                </a:moveTo>
                <a:lnTo>
                  <a:pt x="0" y="0"/>
                </a:lnTo>
                <a:lnTo>
                  <a:pt x="0" y="1862853"/>
                </a:lnTo>
                <a:lnTo>
                  <a:pt x="1436090" y="1862853"/>
                </a:lnTo>
                <a:lnTo>
                  <a:pt x="143609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303348" y="2729599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83443" y="589656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0" y="0"/>
                </a:moveTo>
                <a:lnTo>
                  <a:pt x="969775" y="0"/>
                </a:lnTo>
                <a:lnTo>
                  <a:pt x="969775" y="439044"/>
                </a:lnTo>
                <a:lnTo>
                  <a:pt x="0" y="439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785416" y="532446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7615590" y="646866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969775" y="0"/>
                </a:moveTo>
                <a:lnTo>
                  <a:pt x="0" y="0"/>
                </a:lnTo>
                <a:lnTo>
                  <a:pt x="0" y="439044"/>
                </a:lnTo>
                <a:lnTo>
                  <a:pt x="969775" y="439044"/>
                </a:lnTo>
                <a:lnTo>
                  <a:pt x="96977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t="24831" b="24831"/>
          <a:stretch>
            <a:fillRect/>
          </a:stretch>
        </p:blipFill>
        <p:spPr>
          <a:xfrm>
            <a:off x="6633085" y="1417204"/>
            <a:ext cx="11952280" cy="342443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32491" y="4131465"/>
            <a:ext cx="8952925" cy="414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Pac-Man game runs smoothly</a:t>
            </a:r>
          </a:p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Ghosts chase autonomously</a:t>
            </a:r>
          </a:p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Search algorithms work correctly</a:t>
            </a:r>
          </a:p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Paths are clearly visualized</a:t>
            </a:r>
          </a:p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System demonstrates AI behavior inside a maze</a:t>
            </a:r>
          </a:p>
          <a:p>
            <a:pPr algn="l">
              <a:lnSpc>
                <a:spcPts val="4175"/>
              </a:lnSpc>
            </a:pPr>
            <a:r>
              <a:rPr lang="en-US" sz="298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✔ All required outputs are achieved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endParaRPr lang="en-US" sz="2982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245754"/>
            <a:ext cx="6595801" cy="109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3"/>
              </a:lnSpc>
              <a:spcBef>
                <a:spcPct val="0"/>
              </a:spcBef>
            </a:pPr>
            <a:r>
              <a:rPr lang="en-US" sz="60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896933" y="4521366"/>
            <a:ext cx="5354913" cy="4926520"/>
          </a:xfrm>
          <a:custGeom>
            <a:avLst/>
            <a:gdLst/>
            <a:ahLst/>
            <a:cxnLst/>
            <a:rect l="l" t="t" r="r" b="b"/>
            <a:pathLst>
              <a:path w="5354913" h="4926520">
                <a:moveTo>
                  <a:pt x="0" y="0"/>
                </a:moveTo>
                <a:lnTo>
                  <a:pt x="5354913" y="0"/>
                </a:lnTo>
                <a:lnTo>
                  <a:pt x="5354913" y="4926520"/>
                </a:lnTo>
                <a:lnTo>
                  <a:pt x="0" y="49265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6541255" y="7585033"/>
            <a:ext cx="1436090" cy="1862853"/>
          </a:xfrm>
          <a:custGeom>
            <a:avLst/>
            <a:gdLst/>
            <a:ahLst/>
            <a:cxnLst/>
            <a:rect l="l" t="t" r="r" b="b"/>
            <a:pathLst>
              <a:path w="1436090" h="1862853">
                <a:moveTo>
                  <a:pt x="1436090" y="0"/>
                </a:moveTo>
                <a:lnTo>
                  <a:pt x="0" y="0"/>
                </a:lnTo>
                <a:lnTo>
                  <a:pt x="0" y="1862853"/>
                </a:lnTo>
                <a:lnTo>
                  <a:pt x="1436090" y="1862853"/>
                </a:lnTo>
                <a:lnTo>
                  <a:pt x="143609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434562" y="3778316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83443" y="589656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0" y="0"/>
                </a:moveTo>
                <a:lnTo>
                  <a:pt x="969775" y="0"/>
                </a:lnTo>
                <a:lnTo>
                  <a:pt x="969775" y="439044"/>
                </a:lnTo>
                <a:lnTo>
                  <a:pt x="0" y="439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785416" y="532446"/>
            <a:ext cx="2271679" cy="553464"/>
          </a:xfrm>
          <a:custGeom>
            <a:avLst/>
            <a:gdLst/>
            <a:ahLst/>
            <a:cxnLst/>
            <a:rect l="l" t="t" r="r" b="b"/>
            <a:pathLst>
              <a:path w="2271679" h="553464">
                <a:moveTo>
                  <a:pt x="0" y="0"/>
                </a:moveTo>
                <a:lnTo>
                  <a:pt x="2271679" y="0"/>
                </a:lnTo>
                <a:lnTo>
                  <a:pt x="2271679" y="553464"/>
                </a:lnTo>
                <a:lnTo>
                  <a:pt x="0" y="553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7615590" y="646866"/>
            <a:ext cx="969775" cy="439044"/>
          </a:xfrm>
          <a:custGeom>
            <a:avLst/>
            <a:gdLst/>
            <a:ahLst/>
            <a:cxnLst/>
            <a:rect l="l" t="t" r="r" b="b"/>
            <a:pathLst>
              <a:path w="969775" h="439044">
                <a:moveTo>
                  <a:pt x="969775" y="0"/>
                </a:moveTo>
                <a:lnTo>
                  <a:pt x="0" y="0"/>
                </a:lnTo>
                <a:lnTo>
                  <a:pt x="0" y="439044"/>
                </a:lnTo>
                <a:lnTo>
                  <a:pt x="969775" y="439044"/>
                </a:lnTo>
                <a:lnTo>
                  <a:pt x="96977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/>
          <a:stretch>
            <a:fillRect/>
          </a:stretch>
        </p:blipFill>
        <p:spPr>
          <a:xfrm>
            <a:off x="1923514" y="4331780"/>
            <a:ext cx="5967729" cy="447579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896933" y="1840039"/>
            <a:ext cx="7203545" cy="249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project demonstrates how AI search algorithms affect agent behavior.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We implemented a playable Pac-Man game with intelligent ghosts, real-time path visualization, and full algorithm comparison.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5442" y="2047854"/>
            <a:ext cx="6595801" cy="109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3"/>
              </a:lnSpc>
              <a:spcBef>
                <a:spcPct val="0"/>
              </a:spcBef>
            </a:pPr>
            <a:r>
              <a:rPr lang="en-US" sz="608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170788" y="5967760"/>
            <a:ext cx="1715823" cy="3220829"/>
          </a:xfrm>
          <a:custGeom>
            <a:avLst/>
            <a:gdLst/>
            <a:ahLst/>
            <a:cxnLst/>
            <a:rect l="l" t="t" r="r" b="b"/>
            <a:pathLst>
              <a:path w="1715823" h="3220829">
                <a:moveTo>
                  <a:pt x="1715824" y="0"/>
                </a:moveTo>
                <a:lnTo>
                  <a:pt x="0" y="0"/>
                </a:lnTo>
                <a:lnTo>
                  <a:pt x="0" y="3220829"/>
                </a:lnTo>
                <a:lnTo>
                  <a:pt x="1715824" y="3220829"/>
                </a:lnTo>
                <a:lnTo>
                  <a:pt x="171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8197955" y="5458855"/>
            <a:ext cx="1937033" cy="3599217"/>
          </a:xfrm>
          <a:custGeom>
            <a:avLst/>
            <a:gdLst/>
            <a:ahLst/>
            <a:cxnLst/>
            <a:rect l="l" t="t" r="r" b="b"/>
            <a:pathLst>
              <a:path w="1937033" h="3599217">
                <a:moveTo>
                  <a:pt x="1937033" y="0"/>
                </a:moveTo>
                <a:lnTo>
                  <a:pt x="0" y="0"/>
                </a:lnTo>
                <a:lnTo>
                  <a:pt x="0" y="3599217"/>
                </a:lnTo>
                <a:lnTo>
                  <a:pt x="1937033" y="3599217"/>
                </a:lnTo>
                <a:lnTo>
                  <a:pt x="193703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914152" y="1811990"/>
            <a:ext cx="3348835" cy="815898"/>
          </a:xfrm>
          <a:custGeom>
            <a:avLst/>
            <a:gdLst/>
            <a:ahLst/>
            <a:cxnLst/>
            <a:rect l="l" t="t" r="r" b="b"/>
            <a:pathLst>
              <a:path w="3348835" h="815898">
                <a:moveTo>
                  <a:pt x="0" y="0"/>
                </a:moveTo>
                <a:lnTo>
                  <a:pt x="3348835" y="0"/>
                </a:lnTo>
                <a:lnTo>
                  <a:pt x="3348835" y="815898"/>
                </a:lnTo>
                <a:lnTo>
                  <a:pt x="0" y="8158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22691" y="589656"/>
            <a:ext cx="2145503" cy="971328"/>
          </a:xfrm>
          <a:custGeom>
            <a:avLst/>
            <a:gdLst/>
            <a:ahLst/>
            <a:cxnLst/>
            <a:rect l="l" t="t" r="r" b="b"/>
            <a:pathLst>
              <a:path w="2145503" h="971328">
                <a:moveTo>
                  <a:pt x="0" y="0"/>
                </a:moveTo>
                <a:lnTo>
                  <a:pt x="2145503" y="0"/>
                </a:lnTo>
                <a:lnTo>
                  <a:pt x="2145503" y="971328"/>
                </a:lnTo>
                <a:lnTo>
                  <a:pt x="0" y="971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912116" y="1169068"/>
            <a:ext cx="2145503" cy="971328"/>
          </a:xfrm>
          <a:custGeom>
            <a:avLst/>
            <a:gdLst/>
            <a:ahLst/>
            <a:cxnLst/>
            <a:rect l="l" t="t" r="r" b="b"/>
            <a:pathLst>
              <a:path w="2145503" h="971328">
                <a:moveTo>
                  <a:pt x="0" y="0"/>
                </a:moveTo>
                <a:lnTo>
                  <a:pt x="2145503" y="0"/>
                </a:lnTo>
                <a:lnTo>
                  <a:pt x="2145503" y="971327"/>
                </a:lnTo>
                <a:lnTo>
                  <a:pt x="0" y="971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-5400000">
            <a:off x="13496762" y="5008269"/>
            <a:ext cx="6142919" cy="1382157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86612" y="7063659"/>
            <a:ext cx="6428868" cy="64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Aya Eslam                     241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0" y="2664732"/>
            <a:ext cx="7667700" cy="146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68"/>
              </a:lnSpc>
              <a:spcBef>
                <a:spcPct val="0"/>
              </a:spcBef>
            </a:pPr>
            <a:r>
              <a:rPr lang="en-US" sz="812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OUR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3955" y="6024607"/>
            <a:ext cx="6428868" cy="64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Loay Mohamed    238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3955" y="7839323"/>
            <a:ext cx="6428868" cy="64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 Nagy                228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3955" y="6929978"/>
            <a:ext cx="6428868" cy="64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 Amr                257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65766" y="7839323"/>
            <a:ext cx="6428868" cy="64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  <a:spcBef>
                <a:spcPct val="0"/>
              </a:spcBef>
            </a:pPr>
            <a:r>
              <a:rPr lang="en-US" sz="37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Judy Waleed                229</a:t>
            </a:r>
          </a:p>
        </p:txBody>
      </p:sp>
      <p:sp>
        <p:nvSpPr>
          <p:cNvPr id="17" name="Freeform 17">
            <a:hlinkClick r:id="rId13" tooltip="https://www.canva.com/design/DAG6ZH2i8Ss/Q0aImcEljpYm25lA2PtuyA/edit?utm_content=DAG6ZH2i8Ss&amp;utm_campaign=designshare&amp;utm_medium=link2&amp;utm_source=sharebutton"/>
          </p:cNvPr>
          <p:cNvSpPr/>
          <p:nvPr/>
        </p:nvSpPr>
        <p:spPr>
          <a:xfrm>
            <a:off x="11823972" y="2140395"/>
            <a:ext cx="3348835" cy="815898"/>
          </a:xfrm>
          <a:custGeom>
            <a:avLst/>
            <a:gdLst/>
            <a:ahLst/>
            <a:cxnLst/>
            <a:rect l="l" t="t" r="r" b="b"/>
            <a:pathLst>
              <a:path w="3348835" h="815898">
                <a:moveTo>
                  <a:pt x="0" y="0"/>
                </a:moveTo>
                <a:lnTo>
                  <a:pt x="3348835" y="0"/>
                </a:lnTo>
                <a:lnTo>
                  <a:pt x="3348835" y="815898"/>
                </a:lnTo>
                <a:lnTo>
                  <a:pt x="0" y="8158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hlinkClick r:id="rId13" tooltip="https://www.canva.com/design/DAG6ZH2i8Ss/Q0aImcEljpYm25lA2PtuyA/edit?utm_content=DAG6ZH2i8Ss&amp;utm_campaign=designshare&amp;utm_medium=link2&amp;utm_source=sharebutton"/>
          </p:cNvPr>
          <p:cNvSpPr/>
          <p:nvPr/>
        </p:nvSpPr>
        <p:spPr>
          <a:xfrm>
            <a:off x="7518768" y="745086"/>
            <a:ext cx="3348835" cy="815898"/>
          </a:xfrm>
          <a:custGeom>
            <a:avLst/>
            <a:gdLst/>
            <a:ahLst/>
            <a:cxnLst/>
            <a:rect l="l" t="t" r="r" b="b"/>
            <a:pathLst>
              <a:path w="3348835" h="815898">
                <a:moveTo>
                  <a:pt x="0" y="0"/>
                </a:moveTo>
                <a:lnTo>
                  <a:pt x="3348835" y="0"/>
                </a:lnTo>
                <a:lnTo>
                  <a:pt x="3348835" y="815898"/>
                </a:lnTo>
                <a:lnTo>
                  <a:pt x="0" y="8158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35899" y="1256209"/>
            <a:ext cx="11387597" cy="625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5"/>
              </a:lnSpc>
            </a:pPr>
            <a:r>
              <a:rPr lang="en-US" sz="18988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12876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486400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60429" y="92583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23801" y="1810243"/>
            <a:ext cx="3439941" cy="838095"/>
          </a:xfrm>
          <a:custGeom>
            <a:avLst/>
            <a:gdLst/>
            <a:ahLst/>
            <a:cxnLst/>
            <a:rect l="l" t="t" r="r" b="b"/>
            <a:pathLst>
              <a:path w="3439941" h="838095">
                <a:moveTo>
                  <a:pt x="0" y="0"/>
                </a:moveTo>
                <a:lnTo>
                  <a:pt x="3439941" y="0"/>
                </a:lnTo>
                <a:lnTo>
                  <a:pt x="3439941" y="838095"/>
                </a:lnTo>
                <a:lnTo>
                  <a:pt x="0" y="838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5371860" y="1810243"/>
            <a:ext cx="3439941" cy="838095"/>
          </a:xfrm>
          <a:custGeom>
            <a:avLst/>
            <a:gdLst/>
            <a:ahLst/>
            <a:cxnLst/>
            <a:rect l="l" t="t" r="r" b="b"/>
            <a:pathLst>
              <a:path w="3439941" h="838095">
                <a:moveTo>
                  <a:pt x="3439941" y="0"/>
                </a:moveTo>
                <a:lnTo>
                  <a:pt x="0" y="0"/>
                </a:lnTo>
                <a:lnTo>
                  <a:pt x="0" y="838095"/>
                </a:lnTo>
                <a:lnTo>
                  <a:pt x="3439941" y="838095"/>
                </a:lnTo>
                <a:lnTo>
                  <a:pt x="34399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635899" y="363868"/>
            <a:ext cx="1468503" cy="664832"/>
          </a:xfrm>
          <a:custGeom>
            <a:avLst/>
            <a:gdLst/>
            <a:ahLst/>
            <a:cxnLst/>
            <a:rect l="l" t="t" r="r" b="b"/>
            <a:pathLst>
              <a:path w="1468503" h="664832">
                <a:moveTo>
                  <a:pt x="0" y="0"/>
                </a:moveTo>
                <a:lnTo>
                  <a:pt x="1468503" y="0"/>
                </a:lnTo>
                <a:lnTo>
                  <a:pt x="1468503" y="664832"/>
                </a:lnTo>
                <a:lnTo>
                  <a:pt x="0" y="66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3183598" y="363868"/>
            <a:ext cx="1468503" cy="664832"/>
          </a:xfrm>
          <a:custGeom>
            <a:avLst/>
            <a:gdLst/>
            <a:ahLst/>
            <a:cxnLst/>
            <a:rect l="l" t="t" r="r" b="b"/>
            <a:pathLst>
              <a:path w="1468503" h="664832">
                <a:moveTo>
                  <a:pt x="1468503" y="0"/>
                </a:moveTo>
                <a:lnTo>
                  <a:pt x="0" y="0"/>
                </a:lnTo>
                <a:lnTo>
                  <a:pt x="0" y="664832"/>
                </a:lnTo>
                <a:lnTo>
                  <a:pt x="1468503" y="664832"/>
                </a:lnTo>
                <a:lnTo>
                  <a:pt x="14685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09194" y="4937221"/>
            <a:ext cx="4791519" cy="4321079"/>
          </a:xfrm>
          <a:custGeom>
            <a:avLst/>
            <a:gdLst/>
            <a:ahLst/>
            <a:cxnLst/>
            <a:rect l="l" t="t" r="r" b="b"/>
            <a:pathLst>
              <a:path w="4791519" h="4321079">
                <a:moveTo>
                  <a:pt x="0" y="0"/>
                </a:moveTo>
                <a:lnTo>
                  <a:pt x="4791519" y="0"/>
                </a:lnTo>
                <a:lnTo>
                  <a:pt x="4791519" y="4321079"/>
                </a:lnTo>
                <a:lnTo>
                  <a:pt x="0" y="4321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2987287" y="4937221"/>
            <a:ext cx="4791519" cy="4321079"/>
          </a:xfrm>
          <a:custGeom>
            <a:avLst/>
            <a:gdLst/>
            <a:ahLst/>
            <a:cxnLst/>
            <a:rect l="l" t="t" r="r" b="b"/>
            <a:pathLst>
              <a:path w="4791519" h="4321079">
                <a:moveTo>
                  <a:pt x="4791519" y="0"/>
                </a:moveTo>
                <a:lnTo>
                  <a:pt x="0" y="0"/>
                </a:lnTo>
                <a:lnTo>
                  <a:pt x="0" y="4321079"/>
                </a:lnTo>
                <a:lnTo>
                  <a:pt x="4791519" y="4321079"/>
                </a:lnTo>
                <a:lnTo>
                  <a:pt x="47915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820648" y="6911613"/>
            <a:ext cx="2640604" cy="264060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447314" y="8167917"/>
            <a:ext cx="882384" cy="882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357</Words>
  <Application>Microsoft Office PowerPoint</Application>
  <PresentationFormat>Custom</PresentationFormat>
  <Paragraphs>61</Paragraphs>
  <Slides>11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Brick Sans</vt:lpstr>
      <vt:lpstr>Open Sans Bold</vt:lpstr>
      <vt:lpstr>Open Sans</vt:lpstr>
      <vt:lpstr>League Spartan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Pixel Illustration Game Presentation</dc:title>
  <cp:lastModifiedBy>eslam</cp:lastModifiedBy>
  <cp:revision>2</cp:revision>
  <dcterms:created xsi:type="dcterms:W3CDTF">2006-08-16T00:00:00Z</dcterms:created>
  <dcterms:modified xsi:type="dcterms:W3CDTF">2025-12-04T20:44:15Z</dcterms:modified>
  <dc:identifier>DAG6ZH2i8Ss</dc:identifier>
</cp:coreProperties>
</file>